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03120"/>
            <a:ext cx="6400800" cy="6400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017520"/>
            <a:ext cx="3840480" cy="3840480"/>
          </a:xfrm>
          <a:prstGeom prst="ellipse">
            <a:avLst/>
          </a:prstGeom>
          <a:solidFill>
            <a:srgbClr val="F2A65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hart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287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Pipeline: Python ETL → MySQL → SQL Analysis → Power BI Dashboard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082C4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749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63240" y="5074920"/>
            <a:ext cx="2834640" cy="402336"/>
          </a:xfrm>
          <a:prstGeom prst="roundRect">
            <a:avLst>
              <a:gd name="adj" fmla="val 18182"/>
            </a:avLst>
          </a:prstGeom>
          <a:solidFill>
            <a:srgbClr val="082C4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3240" y="507492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complete, end-to-end data analytics pipeline for customer shopping behavior data. It covers the full lifecycle of a real-world workflow: extracting and cleaning raw transactional data with Python, loading it into a MySQL database, performing exploratory data analysis (EDA) and business-transaction queries directly in SQL, and finally connecting Power BI to the database to build a live, interactive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3293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43159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file_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4759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1879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45920" y="46817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5257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402336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3293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33672" y="43159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447598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418795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074920" y="46817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33672" y="5257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behavior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589520" y="1463040"/>
            <a:ext cx="4023360" cy="4297680"/>
          </a:xfrm>
          <a:prstGeom prst="roundRect">
            <a:avLst>
              <a:gd name="adj" fmla="val 2273"/>
            </a:avLst>
          </a:prstGeom>
          <a:solidFill>
            <a:srgbClr val="0B3D5C"/>
          </a:solidFill>
          <a:ln/>
        </p:spPr>
      </p:sp>
      <p:sp>
        <p:nvSpPr>
          <p:cNvPr id="18" name="Text 14"/>
          <p:cNvSpPr/>
          <p:nvPr/>
        </p:nvSpPr>
        <p:spPr>
          <a:xfrm>
            <a:off x="790956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COVERS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90956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290" y="236601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964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clean raw data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909560" y="3017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90" y="314325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4964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in MySQL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90956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290" y="39204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4964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with SQL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90956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5" descr="icons/chart_pi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290" y="4697730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549640" y="4572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in Power BI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909560" y="5166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workflow from messy CSV to actionable business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ile_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928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Transformation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54480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(pandas)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83480" y="1728216"/>
            <a:ext cx="0" cy="585216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1600200"/>
            <a:ext cx="6126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CSV, clean, impute, engineer features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694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734056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8620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6609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54480" y="29535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983480" y="2697480"/>
            <a:ext cx="0" cy="585216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12080" y="2569464"/>
            <a:ext cx="6126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 for cleaned data; source of truth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53872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37033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8313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630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554480" y="39227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mysql-connector-python / SQLAlchemy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983480" y="3666744"/>
            <a:ext cx="0" cy="585216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12080" y="3538728"/>
            <a:ext cx="6126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Python to MySQL for loading data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450799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46725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80060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599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554480" y="4892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(MySQL)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4983480" y="4636008"/>
            <a:ext cx="0" cy="585216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212080" y="4507992"/>
            <a:ext cx="6126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business-transaction queries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547725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4" descr="icons/chart_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769864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54480" y="5568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1554480" y="58613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4983480" y="5605272"/>
            <a:ext cx="0" cy="585216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212080" y="5477256"/>
            <a:ext cx="6126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connected via native SQL connector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linear flow with MySQL at the center as the single source of truth for both SQL analysis and Power BI.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59636" y="30632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ile_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6826" y="3440430"/>
            <a:ext cx="617220" cy="6172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9596" y="4544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39596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86100" y="3493008"/>
            <a:ext cx="393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34156" y="30632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346" y="3440430"/>
            <a:ext cx="617220" cy="6172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4116" y="4544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ETL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14116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60620" y="3493008"/>
            <a:ext cx="393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408676" y="3063240"/>
            <a:ext cx="1371600" cy="13716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6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66" y="3440430"/>
            <a:ext cx="617220" cy="6172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8636" y="4544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88636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835140" y="3493008"/>
            <a:ext cx="393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283196" y="30632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386" y="3440430"/>
            <a:ext cx="617220" cy="6172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3156" y="4544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63156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709660" y="3493008"/>
            <a:ext cx="393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9157716" y="306324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chart_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906" y="3440430"/>
            <a:ext cx="617220" cy="6172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837676" y="4544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837676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next, ensuring data quality and consistency from raw CSV through to a live, interactive dashboard — with no manual re-exports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ETL Using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316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with pandas; used df.info() and .describe() for initial exploration.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9316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013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 values using the median rating per product category.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r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2176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snake_case; dropped the redundant promo_code_used column.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2176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873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37960" y="4800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by binning ages; derived purchase_frequency_days from purchase data.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Loading into MySQL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844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DataFrame was loaded into MySQL so all subsequent analysis runs as SQL against a real database — not in-memory pandas. This also lets Power BI connect to the same source of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194560"/>
            <a:ext cx="640080" cy="640080"/>
          </a:xfrm>
          <a:prstGeom prst="ellipse">
            <a:avLst/>
          </a:prstGeom>
          <a:solidFill>
            <a:srgbClr val="0B3D5C"/>
          </a:solidFill>
          <a:ln w="38100">
            <a:solidFill>
              <a:srgbClr val="F6F9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43100" y="3017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32004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432511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MySQL from Python using SQLAlchemy / mysql-connector-python.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5146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194560"/>
            <a:ext cx="640080" cy="640080"/>
          </a:xfrm>
          <a:prstGeom prst="ellipse">
            <a:avLst/>
          </a:prstGeom>
          <a:solidFill>
            <a:srgbClr val="0B3D5C"/>
          </a:solidFill>
          <a:ln w="38100">
            <a:solidFill>
              <a:srgbClr val="F6F9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293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783580" y="3017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32004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Schema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63440" y="432511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table matching the cleaned schema (18 columns including age_group).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0" y="25146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69780" y="2194560"/>
            <a:ext cx="640080" cy="640080"/>
          </a:xfrm>
          <a:prstGeom prst="ellipse">
            <a:avLst/>
          </a:prstGeom>
          <a:solidFill>
            <a:srgbClr val="0B3D5C"/>
          </a:solidFill>
          <a:ln w="38100">
            <a:solidFill>
              <a:srgbClr val="F6F9F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697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9624060" y="30175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320040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5820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503920" y="432511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df.to_sql() to load the cleaned DataFrame — no need to re-run cleaning for every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SQL Analysis: 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business-transaction queries run directly in MySQL.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842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$157K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834640" y="20574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44144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$75K female — more than double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82296" cy="14173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842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3,116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549640" y="20574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9640" y="244144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majority of the base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66160"/>
            <a:ext cx="82296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7588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~49%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83464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Dependency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413308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Coat — margin risk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566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566160"/>
            <a:ext cx="82296" cy="14173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67588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26.88%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54964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49640" y="413308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avg spend is flat vs. non-subscribers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B3D5C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742432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7" name="Image 0" descr="icons/chart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5845302"/>
            <a:ext cx="251460" cy="2514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17320" y="56235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evenly spread across age groups — age is not a strong differentiator on its own.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Power BI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0B3D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icons/chart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connected directly to MySQL via its native SQL connector — no static CSV imports. The dashboard stays synced with the same data used for SQL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4343400"/>
            <a:ext cx="43891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26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Import mode · auto-refresh from MySQL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600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chart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332" y="17419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15727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20840" y="189280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customers, $233K revenue, 3.75 avg rating, $60 avg purchase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332" y="279349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624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720840" y="294436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Status, Gender, Category, Shipping Type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943600" y="3703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icons/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332" y="384505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36758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720840" y="399592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all key metrics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943600" y="47548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icons/chart_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332" y="4896612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0840" y="47274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720840" y="504748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trend, category performance, payment methods, top cities, item colors, clothing sizes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486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perce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8402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099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Discount Policy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Coat are ~49–50% discount-dependent — test demand elasticity before cutting.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6916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8402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099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Retention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3774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Loyal customers — invest in keeping them rather than early-funnel acquisition.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8862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0347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9044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5720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male customers and express-shipping users; they show the strongest revenue signals.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6118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88620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1" name="Image 3" descr="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0347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9044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Re-examine Subscriptions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5720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is flat between subscribers and non-subscribers — the program isn’t proven to drive higher spend.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114800"/>
            <a:ext cx="3840480" cy="3840480"/>
          </a:xfrm>
          <a:prstGeom prst="ellipse">
            <a:avLst/>
          </a:prstGeom>
          <a:solidFill>
            <a:srgbClr val="F2A65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analytics pipeline from raw data to a live business dashboard. Because Power BI reads directly from MySQL rather than a static file, any future data update automatically flows through to the dashboard — no manual re-export required.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82C4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834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ETL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995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 and validate raw data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82C4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972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834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Source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93592" y="3995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queryable source of truth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2784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82C4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10044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8346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55664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55664" y="3995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business queries and metrics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34856" y="23317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082C4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72116" y="265176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3" descr="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996" y="28346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7736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Live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17736" y="39959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connected to MySQL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5468112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5570982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5349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end-to-end workflow that scales — from messy CSV to actionable business intelligence.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2026-08-22T14:31:42Z</dcterms:created>
  <dcterms:modified xsi:type="dcterms:W3CDTF">2026-08-22T14:31:42Z</dcterms:modified>
</cp:coreProperties>
</file>